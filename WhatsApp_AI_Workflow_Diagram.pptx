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WhatsApp AI Agent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Diagram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3017520"/>
            <a:ext cx="1828800" cy="0"/>
          </a:xfrm>
          <a:prstGeom prst="line">
            <a:avLst/>
          </a:prstGeom>
          <a:noFill/>
          <a:ln w="381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29184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customer message becomes an action — step by step.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Domain-agnostic architecture adaptable to any industry.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37160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Message Lifecycle — Complete Workflow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customer message follows this exact path from WhatsApp to response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18745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280160"/>
            <a:ext cx="320040" cy="320040"/>
          </a:xfrm>
          <a:prstGeom prst="ellipse">
            <a:avLst/>
          </a:prstGeom>
          <a:solidFill>
            <a:srgbClr val="25D36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280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737360" y="1252728"/>
            <a:ext cx="365760" cy="365760"/>
          </a:xfrm>
          <a:prstGeom prst="ellipse">
            <a:avLst/>
          </a:prstGeom>
          <a:solidFill>
            <a:srgbClr val="25D36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1368" y="1316736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16459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Message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2920" y="189280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sends a WhatsApp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to your number</a:t>
            </a:r>
            <a:endParaRPr lang="en-US" sz="9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4288" y="1554480"/>
            <a:ext cx="201168" cy="20116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578608" y="1143000"/>
            <a:ext cx="18745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2715768" y="1280160"/>
            <a:ext cx="320040" cy="32004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4" name="Text 10"/>
          <p:cNvSpPr/>
          <p:nvPr/>
        </p:nvSpPr>
        <p:spPr>
          <a:xfrm>
            <a:off x="2715768" y="1280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3950208" y="1252728"/>
            <a:ext cx="365760" cy="36576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4216" y="1316736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715768" y="16459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Twilio Webhook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2715768" y="189280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Twilio receives the message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POSTs it to your server</a:t>
            </a:r>
            <a:endParaRPr lang="en-US" sz="9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7136" y="1554480"/>
            <a:ext cx="201168" cy="201168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791456" y="1143000"/>
            <a:ext cx="18745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4928616" y="128016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2" name="Text 16"/>
          <p:cNvSpPr/>
          <p:nvPr/>
        </p:nvSpPr>
        <p:spPr>
          <a:xfrm>
            <a:off x="4928616" y="1280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6163056" y="1252728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7064" y="1316736"/>
            <a:ext cx="237744" cy="23774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4928616" y="16459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Context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4928616" y="189280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fetches customer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profile, history &amp; bookings</a:t>
            </a:r>
            <a:endParaRPr lang="en-US" sz="900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9984" y="1554480"/>
            <a:ext cx="201168" cy="201168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7004304" y="1143000"/>
            <a:ext cx="18745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7141464" y="128016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0" name="Text 22"/>
          <p:cNvSpPr/>
          <p:nvPr/>
        </p:nvSpPr>
        <p:spPr>
          <a:xfrm>
            <a:off x="7141464" y="1280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1" name="Shape 23"/>
          <p:cNvSpPr/>
          <p:nvPr/>
        </p:nvSpPr>
        <p:spPr>
          <a:xfrm>
            <a:off x="8375904" y="1252728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39912" y="1316736"/>
            <a:ext cx="237744" cy="237744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7141464" y="16459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Processing</a:t>
            </a:r>
            <a:endParaRPr lang="en-US" sz="1200" dirty="0"/>
          </a:p>
        </p:txBody>
      </p:sp>
      <p:sp>
        <p:nvSpPr>
          <p:cNvPr id="34" name="Text 25"/>
          <p:cNvSpPr/>
          <p:nvPr/>
        </p:nvSpPr>
        <p:spPr>
          <a:xfrm>
            <a:off x="7141464" y="189280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receives message +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+ system prompt</a:t>
            </a:r>
            <a:endParaRPr lang="en-US" sz="900" dirty="0"/>
          </a:p>
        </p:txBody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45552" y="2331720"/>
            <a:ext cx="201168" cy="201168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7004304" y="2651760"/>
            <a:ext cx="18745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27"/>
          <p:cNvSpPr/>
          <p:nvPr/>
        </p:nvSpPr>
        <p:spPr>
          <a:xfrm>
            <a:off x="7141464" y="2788920"/>
            <a:ext cx="320040" cy="3200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8" name="Text 28"/>
          <p:cNvSpPr/>
          <p:nvPr/>
        </p:nvSpPr>
        <p:spPr>
          <a:xfrm>
            <a:off x="7141464" y="2788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9" name="Shape 29"/>
          <p:cNvSpPr/>
          <p:nvPr/>
        </p:nvSpPr>
        <p:spPr>
          <a:xfrm>
            <a:off x="8375904" y="2761488"/>
            <a:ext cx="365760" cy="36576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4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39912" y="2825496"/>
            <a:ext cx="237744" cy="237744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7141464" y="31546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Response</a:t>
            </a:r>
            <a:endParaRPr lang="en-US" sz="1200" dirty="0"/>
          </a:p>
        </p:txBody>
      </p:sp>
      <p:sp>
        <p:nvSpPr>
          <p:cNvPr id="42" name="Text 31"/>
          <p:cNvSpPr/>
          <p:nvPr/>
        </p:nvSpPr>
        <p:spPr>
          <a:xfrm>
            <a:off x="7141464" y="340156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returns JSON with reply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+ action + data</a:t>
            </a:r>
            <a:endParaRPr lang="en-US" sz="900" dirty="0"/>
          </a:p>
        </p:txBody>
      </p:sp>
      <p:sp>
        <p:nvSpPr>
          <p:cNvPr id="43" name="Text 32"/>
          <p:cNvSpPr/>
          <p:nvPr/>
        </p:nvSpPr>
        <p:spPr>
          <a:xfrm>
            <a:off x="6675120" y="3017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891B2"/>
                </a:solidFill>
              </a:rPr>
              <a:t>←</a:t>
            </a:r>
            <a:endParaRPr lang="en-US" sz="1800" dirty="0"/>
          </a:p>
        </p:txBody>
      </p:sp>
      <p:sp>
        <p:nvSpPr>
          <p:cNvPr id="44" name="Shape 33"/>
          <p:cNvSpPr/>
          <p:nvPr/>
        </p:nvSpPr>
        <p:spPr>
          <a:xfrm>
            <a:off x="4791456" y="2651760"/>
            <a:ext cx="18745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5" name="Shape 34"/>
          <p:cNvSpPr/>
          <p:nvPr/>
        </p:nvSpPr>
        <p:spPr>
          <a:xfrm>
            <a:off x="4928616" y="2788920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6" name="Text 35"/>
          <p:cNvSpPr/>
          <p:nvPr/>
        </p:nvSpPr>
        <p:spPr>
          <a:xfrm>
            <a:off x="4928616" y="2788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7" name="Shape 36"/>
          <p:cNvSpPr/>
          <p:nvPr/>
        </p:nvSpPr>
        <p:spPr>
          <a:xfrm>
            <a:off x="6163056" y="2761488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4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27064" y="2825496"/>
            <a:ext cx="237744" cy="237744"/>
          </a:xfrm>
          <a:prstGeom prst="rect">
            <a:avLst/>
          </a:prstGeom>
        </p:spPr>
      </p:pic>
      <p:sp>
        <p:nvSpPr>
          <p:cNvPr id="49" name="Text 37"/>
          <p:cNvSpPr/>
          <p:nvPr/>
        </p:nvSpPr>
        <p:spPr>
          <a:xfrm>
            <a:off x="4928616" y="31546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Action</a:t>
            </a:r>
            <a:endParaRPr lang="en-US" sz="1200" dirty="0"/>
          </a:p>
        </p:txBody>
      </p:sp>
      <p:sp>
        <p:nvSpPr>
          <p:cNvPr id="50" name="Text 38"/>
          <p:cNvSpPr/>
          <p:nvPr/>
        </p:nvSpPr>
        <p:spPr>
          <a:xfrm>
            <a:off x="4928616" y="340156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runs the action: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booking, lookup, etc.</a:t>
            </a:r>
            <a:endParaRPr lang="en-US" sz="900" dirty="0"/>
          </a:p>
        </p:txBody>
      </p:sp>
      <p:sp>
        <p:nvSpPr>
          <p:cNvPr id="51" name="Text 39"/>
          <p:cNvSpPr/>
          <p:nvPr/>
        </p:nvSpPr>
        <p:spPr>
          <a:xfrm>
            <a:off x="4462272" y="3017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891B2"/>
                </a:solidFill>
              </a:rPr>
              <a:t>←</a:t>
            </a:r>
            <a:endParaRPr lang="en-US" sz="1800" dirty="0"/>
          </a:p>
        </p:txBody>
      </p:sp>
      <p:sp>
        <p:nvSpPr>
          <p:cNvPr id="52" name="Shape 40"/>
          <p:cNvSpPr/>
          <p:nvPr/>
        </p:nvSpPr>
        <p:spPr>
          <a:xfrm>
            <a:off x="2578608" y="2651760"/>
            <a:ext cx="18745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3" name="Shape 41"/>
          <p:cNvSpPr/>
          <p:nvPr/>
        </p:nvSpPr>
        <p:spPr>
          <a:xfrm>
            <a:off x="2715768" y="2788920"/>
            <a:ext cx="320040" cy="3200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54" name="Text 42"/>
          <p:cNvSpPr/>
          <p:nvPr/>
        </p:nvSpPr>
        <p:spPr>
          <a:xfrm>
            <a:off x="2715768" y="2788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55" name="Shape 43"/>
          <p:cNvSpPr/>
          <p:nvPr/>
        </p:nvSpPr>
        <p:spPr>
          <a:xfrm>
            <a:off x="3950208" y="2761488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5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14216" y="2825496"/>
            <a:ext cx="237744" cy="237744"/>
          </a:xfrm>
          <a:prstGeom prst="rect">
            <a:avLst/>
          </a:prstGeom>
        </p:spPr>
      </p:pic>
      <p:sp>
        <p:nvSpPr>
          <p:cNvPr id="57" name="Text 44"/>
          <p:cNvSpPr/>
          <p:nvPr/>
        </p:nvSpPr>
        <p:spPr>
          <a:xfrm>
            <a:off x="2715768" y="31546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to Database</a:t>
            </a:r>
            <a:endParaRPr lang="en-US" sz="1200" dirty="0"/>
          </a:p>
        </p:txBody>
      </p:sp>
      <p:sp>
        <p:nvSpPr>
          <p:cNvPr id="58" name="Text 45"/>
          <p:cNvSpPr/>
          <p:nvPr/>
        </p:nvSpPr>
        <p:spPr>
          <a:xfrm>
            <a:off x="2715768" y="340156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conversation, update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&amp; booking records</a:t>
            </a:r>
            <a:endParaRPr lang="en-US" sz="900" dirty="0"/>
          </a:p>
        </p:txBody>
      </p:sp>
      <p:sp>
        <p:nvSpPr>
          <p:cNvPr id="59" name="Text 46"/>
          <p:cNvSpPr/>
          <p:nvPr/>
        </p:nvSpPr>
        <p:spPr>
          <a:xfrm>
            <a:off x="2249424" y="3017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891B2"/>
                </a:solidFill>
              </a:rPr>
              <a:t>←</a:t>
            </a:r>
            <a:endParaRPr lang="en-US" sz="1800" dirty="0"/>
          </a:p>
        </p:txBody>
      </p:sp>
      <p:sp>
        <p:nvSpPr>
          <p:cNvPr id="60" name="Shape 47"/>
          <p:cNvSpPr/>
          <p:nvPr/>
        </p:nvSpPr>
        <p:spPr>
          <a:xfrm>
            <a:off x="365760" y="2651760"/>
            <a:ext cx="18745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1" name="Shape 48"/>
          <p:cNvSpPr/>
          <p:nvPr/>
        </p:nvSpPr>
        <p:spPr>
          <a:xfrm>
            <a:off x="502920" y="2788920"/>
            <a:ext cx="320040" cy="320040"/>
          </a:xfrm>
          <a:prstGeom prst="ellipse">
            <a:avLst/>
          </a:prstGeom>
          <a:solidFill>
            <a:srgbClr val="25D366"/>
          </a:solidFill>
          <a:ln/>
        </p:spPr>
      </p:sp>
      <p:sp>
        <p:nvSpPr>
          <p:cNvPr id="62" name="Text 49"/>
          <p:cNvSpPr/>
          <p:nvPr/>
        </p:nvSpPr>
        <p:spPr>
          <a:xfrm>
            <a:off x="502920" y="2788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63" name="Shape 50"/>
          <p:cNvSpPr/>
          <p:nvPr/>
        </p:nvSpPr>
        <p:spPr>
          <a:xfrm>
            <a:off x="1737360" y="2761488"/>
            <a:ext cx="365760" cy="365760"/>
          </a:xfrm>
          <a:prstGeom prst="ellipse">
            <a:avLst/>
          </a:prstGeom>
          <a:solidFill>
            <a:srgbClr val="25D366"/>
          </a:solidFill>
          <a:ln/>
        </p:spPr>
      </p:sp>
      <p:pic>
        <p:nvPicPr>
          <p:cNvPr id="6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01368" y="2825496"/>
            <a:ext cx="237744" cy="237744"/>
          </a:xfrm>
          <a:prstGeom prst="rect">
            <a:avLst/>
          </a:prstGeom>
        </p:spPr>
      </p:pic>
      <p:sp>
        <p:nvSpPr>
          <p:cNvPr id="65" name="Text 51"/>
          <p:cNvSpPr/>
          <p:nvPr/>
        </p:nvSpPr>
        <p:spPr>
          <a:xfrm>
            <a:off x="502920" y="31546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to Customer</a:t>
            </a:r>
            <a:endParaRPr lang="en-US" sz="1200" dirty="0"/>
          </a:p>
        </p:txBody>
      </p:sp>
      <p:sp>
        <p:nvSpPr>
          <p:cNvPr id="66" name="Text 52"/>
          <p:cNvSpPr/>
          <p:nvPr/>
        </p:nvSpPr>
        <p:spPr>
          <a:xfrm>
            <a:off x="502920" y="340156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sent back via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Twilio → WhatsApp</a:t>
            </a:r>
            <a:endParaRPr lang="en-US" sz="900" dirty="0"/>
          </a:p>
        </p:txBody>
      </p:sp>
      <p:sp>
        <p:nvSpPr>
          <p:cNvPr id="67" name="Shape 53"/>
          <p:cNvSpPr/>
          <p:nvPr/>
        </p:nvSpPr>
        <p:spPr>
          <a:xfrm>
            <a:off x="365760" y="4114800"/>
            <a:ext cx="8503920" cy="502920"/>
          </a:xfrm>
          <a:prstGeom prst="rect">
            <a:avLst/>
          </a:prstGeom>
          <a:solidFill>
            <a:srgbClr val="0F1923"/>
          </a:solidFill>
          <a:ln/>
        </p:spPr>
      </p:sp>
      <p:sp>
        <p:nvSpPr>
          <p:cNvPr id="68" name="Text 54"/>
          <p:cNvSpPr/>
          <p:nvPr/>
        </p:nvSpPr>
        <p:spPr>
          <a:xfrm>
            <a:off x="365760" y="411480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round-trip time: ~2-3 seconds  |  All messages logged  |  Full conversation history preserved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Inside the AI Engine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LLM decides what to do with each message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840480" cy="548640"/>
          </a:xfrm>
          <a:prstGeom prst="rect">
            <a:avLst/>
          </a:prstGeom>
          <a:solidFill>
            <a:srgbClr val="0F1923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0972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Incoming: "I need a cab from Puthur to Malampuzha"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76856" y="1691640"/>
            <a:ext cx="201168" cy="2011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965960"/>
            <a:ext cx="1188720" cy="86868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8" name="Shape 5"/>
          <p:cNvSpPr/>
          <p:nvPr/>
        </p:nvSpPr>
        <p:spPr>
          <a:xfrm>
            <a:off x="457200" y="1965960"/>
            <a:ext cx="118872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9" name="Text 6"/>
          <p:cNvSpPr/>
          <p:nvPr/>
        </p:nvSpPr>
        <p:spPr>
          <a:xfrm>
            <a:off x="530352" y="205740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30352" y="233172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Persona, rules,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1737360" y="1965960"/>
            <a:ext cx="1188720" cy="86868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2" name="Shape 9"/>
          <p:cNvSpPr/>
          <p:nvPr/>
        </p:nvSpPr>
        <p:spPr>
          <a:xfrm>
            <a:off x="1737360" y="1965960"/>
            <a:ext cx="118872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Text 10"/>
          <p:cNvSpPr/>
          <p:nvPr/>
        </p:nvSpPr>
        <p:spPr>
          <a:xfrm>
            <a:off x="1810512" y="205740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Context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810512" y="233172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phone,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history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3017520" y="1965960"/>
            <a:ext cx="1188720" cy="86868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6" name="Shape 13"/>
          <p:cNvSpPr/>
          <p:nvPr/>
        </p:nvSpPr>
        <p:spPr>
          <a:xfrm>
            <a:off x="3017520" y="1965960"/>
            <a:ext cx="118872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4"/>
          <p:cNvSpPr/>
          <p:nvPr/>
        </p:nvSpPr>
        <p:spPr>
          <a:xfrm>
            <a:off x="3090672" y="205740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History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090672" y="233172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10 messages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continuity</a:t>
            </a:r>
            <a:endParaRPr lang="en-US" sz="80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6856" y="2907792"/>
            <a:ext cx="201168" cy="201168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457200" y="3200400"/>
            <a:ext cx="3840480" cy="54864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273552"/>
            <a:ext cx="320040" cy="32004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005840" y="32004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Processing (GPT-4o mini / Claude / Gemini)</a:t>
            </a:r>
            <a:endParaRPr lang="en-US" sz="12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6856" y="3822192"/>
            <a:ext cx="201168" cy="201168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457200" y="4069080"/>
            <a:ext cx="3840480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5" name="Text 19"/>
          <p:cNvSpPr/>
          <p:nvPr/>
        </p:nvSpPr>
        <p:spPr>
          <a:xfrm>
            <a:off x="594360" y="40690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JSON  →  { reply, action, action_data }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4754880" y="1097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Actions</a:t>
            </a:r>
            <a:endParaRPr lang="en-US" sz="1600" dirty="0"/>
          </a:p>
        </p:txBody>
      </p:sp>
      <p:sp>
        <p:nvSpPr>
          <p:cNvPr id="27" name="Shape 21"/>
          <p:cNvSpPr/>
          <p:nvPr/>
        </p:nvSpPr>
        <p:spPr>
          <a:xfrm>
            <a:off x="4754880" y="1554480"/>
            <a:ext cx="4114800" cy="5029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8" name="Shape 22"/>
          <p:cNvSpPr/>
          <p:nvPr/>
        </p:nvSpPr>
        <p:spPr>
          <a:xfrm>
            <a:off x="4754880" y="1554480"/>
            <a:ext cx="54864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9" name="Text 23"/>
          <p:cNvSpPr/>
          <p:nvPr/>
        </p:nvSpPr>
        <p:spPr>
          <a:xfrm>
            <a:off x="4937760" y="15819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set_name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4937760" y="181051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customer's name to database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4754880" y="2194560"/>
            <a:ext cx="4114800" cy="5029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2" name="Shape 26"/>
          <p:cNvSpPr/>
          <p:nvPr/>
        </p:nvSpPr>
        <p:spPr>
          <a:xfrm>
            <a:off x="4754880" y="2194560"/>
            <a:ext cx="54864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3" name="Text 27"/>
          <p:cNvSpPr/>
          <p:nvPr/>
        </p:nvSpPr>
        <p:spPr>
          <a:xfrm>
            <a:off x="4937760" y="22219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create_booking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4937760" y="24505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cab with estimated fare + assign driver</a:t>
            </a:r>
            <a:endParaRPr lang="en-US" sz="900" dirty="0"/>
          </a:p>
        </p:txBody>
      </p:sp>
      <p:sp>
        <p:nvSpPr>
          <p:cNvPr id="35" name="Shape 29"/>
          <p:cNvSpPr/>
          <p:nvPr/>
        </p:nvSpPr>
        <p:spPr>
          <a:xfrm>
            <a:off x="4754880" y="2834640"/>
            <a:ext cx="4114800" cy="5029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6" name="Shape 30"/>
          <p:cNvSpPr/>
          <p:nvPr/>
        </p:nvSpPr>
        <p:spPr>
          <a:xfrm>
            <a:off x="4754880" y="2834640"/>
            <a:ext cx="54864" cy="502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7" name="Text 31"/>
          <p:cNvSpPr/>
          <p:nvPr/>
        </p:nvSpPr>
        <p:spPr>
          <a:xfrm>
            <a:off x="4937760" y="28620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check_bookings</a:t>
            </a:r>
            <a:endParaRPr lang="en-US" sz="1100" dirty="0"/>
          </a:p>
        </p:txBody>
      </p:sp>
      <p:sp>
        <p:nvSpPr>
          <p:cNvPr id="38" name="Text 32"/>
          <p:cNvSpPr/>
          <p:nvPr/>
        </p:nvSpPr>
        <p:spPr>
          <a:xfrm>
            <a:off x="4937760" y="30906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and display past trip history</a:t>
            </a:r>
            <a:endParaRPr lang="en-US" sz="900" dirty="0"/>
          </a:p>
        </p:txBody>
      </p:sp>
      <p:sp>
        <p:nvSpPr>
          <p:cNvPr id="39" name="Shape 33"/>
          <p:cNvSpPr/>
          <p:nvPr/>
        </p:nvSpPr>
        <p:spPr>
          <a:xfrm>
            <a:off x="4754880" y="3474720"/>
            <a:ext cx="4114800" cy="5029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40" name="Shape 34"/>
          <p:cNvSpPr/>
          <p:nvPr/>
        </p:nvSpPr>
        <p:spPr>
          <a:xfrm>
            <a:off x="4754880" y="3474720"/>
            <a:ext cx="54864" cy="5029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1" name="Text 35"/>
          <p:cNvSpPr/>
          <p:nvPr/>
        </p:nvSpPr>
        <p:spPr>
          <a:xfrm>
            <a:off x="4937760" y="35021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cancel_booking</a:t>
            </a:r>
            <a:endParaRPr lang="en-US" sz="1100" dirty="0"/>
          </a:p>
        </p:txBody>
      </p:sp>
      <p:sp>
        <p:nvSpPr>
          <p:cNvPr id="42" name="Text 36"/>
          <p:cNvSpPr/>
          <p:nvPr/>
        </p:nvSpPr>
        <p:spPr>
          <a:xfrm>
            <a:off x="4937760" y="37307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an existing confirmed booking</a:t>
            </a:r>
            <a:endParaRPr lang="en-US" sz="900" dirty="0"/>
          </a:p>
        </p:txBody>
      </p:sp>
      <p:sp>
        <p:nvSpPr>
          <p:cNvPr id="43" name="Shape 37"/>
          <p:cNvSpPr/>
          <p:nvPr/>
        </p:nvSpPr>
        <p:spPr>
          <a:xfrm>
            <a:off x="4754880" y="4114800"/>
            <a:ext cx="4114800" cy="5029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44" name="Shape 38"/>
          <p:cNvSpPr/>
          <p:nvPr/>
        </p:nvSpPr>
        <p:spPr>
          <a:xfrm>
            <a:off x="4754880" y="4114800"/>
            <a:ext cx="54864" cy="5029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5" name="Text 39"/>
          <p:cNvSpPr/>
          <p:nvPr/>
        </p:nvSpPr>
        <p:spPr>
          <a:xfrm>
            <a:off x="4937760" y="41422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 (chat only)</a:t>
            </a:r>
            <a:endParaRPr lang="en-US" sz="1100" dirty="0"/>
          </a:p>
        </p:txBody>
      </p:sp>
      <p:sp>
        <p:nvSpPr>
          <p:cNvPr id="46" name="Text 40"/>
          <p:cNvSpPr/>
          <p:nvPr/>
        </p:nvSpPr>
        <p:spPr>
          <a:xfrm>
            <a:off x="4937760" y="43708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reply conversationally, no DB action needed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Example: Booking Workflow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a customer says "Book me a cab from Fort to Malampuzha"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23444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2070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Identifies Intent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15087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recognizes this is a create_booking request. Extracts pickup: "Palakkad Fort", drop: "Malampuzha Dam"</a:t>
            </a:r>
            <a:endParaRPr lang="en-US" sz="10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2176272"/>
            <a:ext cx="164592" cy="16459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57200" y="2331720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94360" y="2468880"/>
            <a:ext cx="365760" cy="3657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2" name="Text 9"/>
          <p:cNvSpPr/>
          <p:nvPr/>
        </p:nvSpPr>
        <p:spPr>
          <a:xfrm>
            <a:off x="59436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97280" y="24414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Estimates Route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097280" y="27432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geographic knowledge, AI estimates: ~10.5 km road distance, ~25 min drive time</a:t>
            </a:r>
            <a:endParaRPr lang="en-US" sz="10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3410712"/>
            <a:ext cx="164592" cy="164592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457200" y="3566160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94360" y="370332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8" name="Text 14"/>
          <p:cNvSpPr/>
          <p:nvPr/>
        </p:nvSpPr>
        <p:spPr>
          <a:xfrm>
            <a:off x="594360" y="3703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1097280" y="36758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 Calculation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1097280" y="39776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calculates: 25 min × ₹8/min = ₹200 estimated fare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4846320" y="1097280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4983480" y="1234440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3" name="Text 19"/>
          <p:cNvSpPr/>
          <p:nvPr/>
        </p:nvSpPr>
        <p:spPr>
          <a:xfrm>
            <a:off x="4983480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5486400" y="12070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Assignment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5486400" y="15087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finds nearest available driver, marks them as busy in database</a:t>
            </a:r>
            <a:endParaRPr lang="en-US" sz="10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5776" y="2176272"/>
            <a:ext cx="164592" cy="164592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4846320" y="2331720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4983480" y="246888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9" name="Text 24"/>
          <p:cNvSpPr/>
          <p:nvPr/>
        </p:nvSpPr>
        <p:spPr>
          <a:xfrm>
            <a:off x="498348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5"/>
          <p:cNvSpPr/>
          <p:nvPr/>
        </p:nvSpPr>
        <p:spPr>
          <a:xfrm>
            <a:off x="5486400" y="24414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Created</a:t>
            </a:r>
            <a:endParaRPr lang="en-US" sz="1300" dirty="0"/>
          </a:p>
        </p:txBody>
      </p:sp>
      <p:sp>
        <p:nvSpPr>
          <p:cNvPr id="31" name="Text 26"/>
          <p:cNvSpPr/>
          <p:nvPr/>
        </p:nvSpPr>
        <p:spPr>
          <a:xfrm>
            <a:off x="5486400" y="27432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saved to database: customer, driver, route, fare. Status → confirmed</a:t>
            </a:r>
            <a:endParaRPr lang="en-US" sz="1000" dirty="0"/>
          </a:p>
        </p:txBody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5776" y="3410712"/>
            <a:ext cx="164592" cy="164592"/>
          </a:xfrm>
          <a:prstGeom prst="rect">
            <a:avLst/>
          </a:prstGeom>
        </p:spPr>
      </p:pic>
      <p:sp>
        <p:nvSpPr>
          <p:cNvPr id="33" name="Shape 27"/>
          <p:cNvSpPr/>
          <p:nvPr/>
        </p:nvSpPr>
        <p:spPr>
          <a:xfrm>
            <a:off x="4846320" y="3566160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4983480" y="3703320"/>
            <a:ext cx="365760" cy="365760"/>
          </a:xfrm>
          <a:prstGeom prst="ellipse">
            <a:avLst/>
          </a:prstGeom>
          <a:solidFill>
            <a:srgbClr val="25D366"/>
          </a:solidFill>
          <a:ln/>
        </p:spPr>
      </p:sp>
      <p:sp>
        <p:nvSpPr>
          <p:cNvPr id="35" name="Text 29"/>
          <p:cNvSpPr/>
          <p:nvPr/>
        </p:nvSpPr>
        <p:spPr>
          <a:xfrm>
            <a:off x="4983480" y="3703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6" name="Text 30"/>
          <p:cNvSpPr/>
          <p:nvPr/>
        </p:nvSpPr>
        <p:spPr>
          <a:xfrm>
            <a:off x="5486400" y="36758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Sent</a:t>
            </a:r>
            <a:endParaRPr lang="en-US" sz="1300" dirty="0"/>
          </a:p>
        </p:txBody>
      </p:sp>
      <p:sp>
        <p:nvSpPr>
          <p:cNvPr id="37" name="Text 31"/>
          <p:cNvSpPr/>
          <p:nvPr/>
        </p:nvSpPr>
        <p:spPr>
          <a:xfrm>
            <a:off x="5486400" y="39776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Formatted WhatsApp message sent back with booking ID, driver name, vehicle, ETA, and fare</a:t>
            </a:r>
            <a:endParaRPr lang="en-US" sz="1000" dirty="0"/>
          </a:p>
        </p:txBody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20" y="2377440"/>
            <a:ext cx="20116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Adapt to Any Domain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 things you change for a new industry — everything else stays the same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97480" cy="320040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269748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280160"/>
            <a:ext cx="365760" cy="3657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12984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1828800"/>
            <a:ext cx="2423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AI's persona, domain knowledge,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rules, and boundaries.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 booking → Healthcare: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are Dr. Meera, a friendly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receptionist..."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37560" y="1097280"/>
            <a:ext cx="2697480" cy="320040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1" name="Shape 9"/>
          <p:cNvSpPr/>
          <p:nvPr/>
        </p:nvSpPr>
        <p:spPr>
          <a:xfrm>
            <a:off x="3337560" y="1097280"/>
            <a:ext cx="269748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Shape 10"/>
          <p:cNvSpPr/>
          <p:nvPr/>
        </p:nvSpPr>
        <p:spPr>
          <a:xfrm>
            <a:off x="3474720" y="128016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977640" y="12984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Handlers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74720" y="1828800"/>
            <a:ext cx="2423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backend logic that executes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AI decides.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 booking → Healthcare: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create_booking → schedule_appointment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assign_driver → assign_doctor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1097280"/>
            <a:ext cx="2697480" cy="320040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7" name="Shape 15"/>
          <p:cNvSpPr/>
          <p:nvPr/>
        </p:nvSpPr>
        <p:spPr>
          <a:xfrm>
            <a:off x="6217920" y="1097280"/>
            <a:ext cx="269748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Shape 16"/>
          <p:cNvSpPr/>
          <p:nvPr/>
        </p:nvSpPr>
        <p:spPr>
          <a:xfrm>
            <a:off x="6355080" y="128016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6355080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58000" y="12984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55080" y="1828800"/>
            <a:ext cx="2423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model for your domain.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 booking → Healthcare: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→ doctors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 → appointments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 → departments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solidFill>
            <a:srgbClr val="0F1923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Unchanged:   WhatsApp integration  •  Twilio webhook  •  Conversation logging  •  Admin dashboard  •  Hosting infrastructure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Build Your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WhatsApp AI Agent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3657600" y="2468880"/>
            <a:ext cx="1828800" cy="0"/>
          </a:xfrm>
          <a:prstGeom prst="line">
            <a:avLst/>
          </a:prstGeom>
          <a:noFill/>
          <a:ln w="381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27432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domain. Any language. Production-ready in weeks.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286000" y="3474720"/>
            <a:ext cx="4572000" cy="64008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4747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 rakesh2574@gmail.com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WhatsApp AI Agent — Workflow Diagram</dc:title>
  <dc:subject>PptxGenJS Presentation</dc:subject>
  <dc:creator>Rakesh</dc:creator>
  <cp:lastModifiedBy>Rakesh</cp:lastModifiedBy>
  <cp:revision>1</cp:revision>
  <dcterms:created xsi:type="dcterms:W3CDTF">2026-03-22T14:43:47Z</dcterms:created>
  <dcterms:modified xsi:type="dcterms:W3CDTF">2026-03-22T14:43:47Z</dcterms:modified>
</cp:coreProperties>
</file>