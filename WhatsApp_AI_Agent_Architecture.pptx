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AI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Blueprint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domain-agnostic system for building conversational AI agents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serve customers via WhatsApp, powered by LLMs.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Cab Booking Service, Palakkad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message flow from customer to AI agent and 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1371600" cy="54864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6" name="Shape 4"/>
          <p:cNvSpPr/>
          <p:nvPr/>
        </p:nvSpPr>
        <p:spPr>
          <a:xfrm>
            <a:off x="891540" y="1874520"/>
            <a:ext cx="502920" cy="50292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659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24028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48840" y="164592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148840" y="1645920"/>
            <a:ext cx="13716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Shape 9"/>
          <p:cNvSpPr/>
          <p:nvPr/>
        </p:nvSpPr>
        <p:spPr>
          <a:xfrm>
            <a:off x="2583180" y="187452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0" y="19659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488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1488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/ Meta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240280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840480" y="164592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840480" y="1645920"/>
            <a:ext cx="1371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4"/>
          <p:cNvSpPr/>
          <p:nvPr/>
        </p:nvSpPr>
        <p:spPr>
          <a:xfrm>
            <a:off x="4274820" y="18745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19659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84048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Node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240280"/>
            <a:ext cx="228600" cy="228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532120" y="164592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5532120" y="164592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19"/>
          <p:cNvSpPr/>
          <p:nvPr/>
        </p:nvSpPr>
        <p:spPr>
          <a:xfrm>
            <a:off x="5966460" y="18745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900" y="196596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53212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53212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9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2240280"/>
            <a:ext cx="228600" cy="22860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223760" y="164592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7223760" y="1645920"/>
            <a:ext cx="1371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24"/>
          <p:cNvSpPr/>
          <p:nvPr/>
        </p:nvSpPr>
        <p:spPr>
          <a:xfrm>
            <a:off x="7658100" y="18745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9540" y="1965960"/>
            <a:ext cx="320040" cy="32004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2376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722376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PG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640080" y="3648456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0" name="Text 29"/>
          <p:cNvSpPr/>
          <p:nvPr/>
        </p:nvSpPr>
        <p:spPr>
          <a:xfrm>
            <a:off x="640080" y="36484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0"/>
          <p:cNvSpPr/>
          <p:nvPr/>
        </p:nvSpPr>
        <p:spPr>
          <a:xfrm>
            <a:off x="960120" y="3630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 a message on WhatsApp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640080" y="388620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Text 32"/>
          <p:cNvSpPr/>
          <p:nvPr/>
        </p:nvSpPr>
        <p:spPr>
          <a:xfrm>
            <a:off x="640080" y="3886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Text 33"/>
          <p:cNvSpPr/>
          <p:nvPr/>
        </p:nvSpPr>
        <p:spPr>
          <a:xfrm>
            <a:off x="960120" y="3867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Twilio/Meta forwards it as a webhook POST to your server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640080" y="4123944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6" name="Text 35"/>
          <p:cNvSpPr/>
          <p:nvPr/>
        </p:nvSpPr>
        <p:spPr>
          <a:xfrm>
            <a:off x="640080" y="4123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7" name="Text 36"/>
          <p:cNvSpPr/>
          <p:nvPr/>
        </p:nvSpPr>
        <p:spPr>
          <a:xfrm>
            <a:off x="960120" y="41056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the message + context to the AI engine (LLM)</a:t>
            </a:r>
            <a:endParaRPr lang="en-US" sz="1100" dirty="0"/>
          </a:p>
        </p:txBody>
      </p:sp>
      <p:sp>
        <p:nvSpPr>
          <p:cNvPr id="48" name="Shape 37"/>
          <p:cNvSpPr/>
          <p:nvPr/>
        </p:nvSpPr>
        <p:spPr>
          <a:xfrm>
            <a:off x="640080" y="4361688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9" name="Text 38"/>
          <p:cNvSpPr/>
          <p:nvPr/>
        </p:nvSpPr>
        <p:spPr>
          <a:xfrm>
            <a:off x="640080" y="4361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Text 39"/>
          <p:cNvSpPr/>
          <p:nvPr/>
        </p:nvSpPr>
        <p:spPr>
          <a:xfrm>
            <a:off x="960120" y="4343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a structured response with intent + reply text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640080" y="4599432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2" name="Text 41"/>
          <p:cNvSpPr/>
          <p:nvPr/>
        </p:nvSpPr>
        <p:spPr>
          <a:xfrm>
            <a:off x="640080" y="4599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3" name="Text 42"/>
          <p:cNvSpPr/>
          <p:nvPr/>
        </p:nvSpPr>
        <p:spPr>
          <a:xfrm>
            <a:off x="960120" y="458114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executes the action (booking, lookup, etc.) and replies via WhatsApp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— The Brain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LLM processes each message and decides what to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73152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819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&amp; Guardrails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defines the agent's identity,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personality, and strict boundaries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4114800" cy="73152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5059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Context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8872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booking history,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conversation are injected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154680"/>
            <a:ext cx="4114800" cy="73152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192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(or any LLM) interprets 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returns structured JSON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023360"/>
            <a:ext cx="4114800" cy="73152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8795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Execution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8872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parses the JSON and executes: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cancel, lookup, update DB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937760" y="1417320"/>
            <a:ext cx="3931920" cy="3291840"/>
          </a:xfrm>
          <a:prstGeom prst="rect">
            <a:avLst/>
          </a:prstGeom>
          <a:solidFill>
            <a:srgbClr val="0F192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120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(JSON)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12064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"reply": "Booking confirmed!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Pickup: Palakkad Fort,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Drop: Malampuzha Dam,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Driver: Suresh, Est: 25 min,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Fare: ~₹200",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"create_booking",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"action_data":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"from": "Palakkad Fort",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"to": "Malampuzha Dam",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"est_distance_km": 10.5,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"est_duration_min": 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Agnostic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any industry — just change the prompt and actions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Booking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rides, assign drivers,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fare by duration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6304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reminders, report delivery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46304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reservations, menu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inquiries, order tracking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listings, site visit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price enquiries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260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status, returns,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54864" cy="1188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scheduling, fee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student queries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remains identical: WhatsApp + AI + Database. Only the system prompt, action handlers, and database schema change per domain.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cost-effective, and scalable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86868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Layer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WhatsApp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 (alternative)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3931920" cy="86868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887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(default)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Swappable: Claude, Gemini, Llama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474720"/>
            <a:ext cx="3931920" cy="86868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+ Gunicorn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Node.js / FastAPI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1371600"/>
            <a:ext cx="3931920" cy="86868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→ PostgreSQL (prod)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conversations logged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2423160"/>
            <a:ext cx="3931920" cy="86868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6517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8640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4864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/ Render / AWS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from GitHub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3474720"/>
            <a:ext cx="3931920" cy="86868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0332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8640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8640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API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logs + analytics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9" name="Text 21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Cost:   AI ~$2   |   Twilio ~$5   |   Hosting ~$5   |   Total: ~$12/month for small-medium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0" y="228600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architecture adapts to any domain.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how it can work for your business.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3566160"/>
            <a:ext cx="54864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566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rakesh2574@gmail.com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WhatsApp AI Agent — Architecture Blueprint</dc:title>
  <dc:subject>PptxGenJS Presentation</dc:subject>
  <dc:creator>Palakkad Cabs / Rakesh</dc:creator>
  <cp:lastModifiedBy>Palakkad Cabs / Rakesh</cp:lastModifiedBy>
  <cp:revision>1</cp:revision>
  <dcterms:created xsi:type="dcterms:W3CDTF">2026-03-22T14:31:33Z</dcterms:created>
  <dcterms:modified xsi:type="dcterms:W3CDTF">2026-03-22T14:31:33Z</dcterms:modified>
</cp:coreProperties>
</file>